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Revenue (k$)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1240</c:v>
                </c:pt>
                <c:pt idx="1">
                  <c:v>980</c:v>
                </c:pt>
                <c:pt idx="2">
                  <c:v>1105</c:v>
                </c:pt>
                <c:pt idx="3">
                  <c:v>1430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1385</c:v>
                </c:pt>
                <c:pt idx="1">
                  <c:v>1012</c:v>
                </c:pt>
                <c:pt idx="2">
                  <c:v>1095</c:v>
                </c:pt>
                <c:pt idx="3">
                  <c:v>1598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040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70AD47"/>
            </a:solidFill>
            <a:ln w="38100" cap="flat">
              <a:solidFill>
                <a:srgbClr val="70AD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0AD47"/>
              </a:solidFill>
              <a:ln w="9525" cap="flat">
                <a:solidFill>
                  <a:srgbClr val="70AD47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410</c:v>
                </c:pt>
                <c:pt idx="1">
                  <c:v>455</c:v>
                </c:pt>
                <c:pt idx="2">
                  <c:v>520</c:v>
                </c:pt>
                <c:pt idx="3">
                  <c:v>590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hyperlink" Target="https://example.com/metho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</a:rPr>
              <a:t>Quarterly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95959"/>
                </a:solidFill>
              </a:rPr>
              <a:t>Prepared for the leadership team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Highlights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Revenue grew in three of four regions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North and West led the growth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Customer retention reached an all-time high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C00000"/>
                </a:solidFill>
              </a:rPr>
              <a:t>Support backlog down 55%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Self-service portal launched in May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u="sng" dirty="0">
                <a:solidFill>
                  <a:srgbClr val="262626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Details are on the regional results slide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u="sng" dirty="0">
                <a:solidFill>
                  <a:srgbClr val="26262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Methodology: example.com/method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Regional results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  <a:gridCol w="1965960"/>
                <a:gridCol w="1965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North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1,240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1,385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+11.7%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South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980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1,012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+3.3%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East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1,105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1,095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-0.9%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West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1,430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1,598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+11.7%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Revenue by region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5760720" y="1097280"/>
          <a:ext cx="3108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Open two more offices in the South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Hire a support lead for the East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Review pricing before the Q4 launch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Shapes and pictures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2194560" cy="109728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Rounded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108960" y="1280160"/>
            <a:ext cx="1463040" cy="109728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6" name="Shape 4"/>
          <p:cNvSpPr/>
          <p:nvPr/>
        </p:nvSpPr>
        <p:spPr>
          <a:xfrm>
            <a:off x="4846320" y="1463040"/>
            <a:ext cx="1463040" cy="731520"/>
          </a:xfrm>
          <a:prstGeom prst="rightArrow">
            <a:avLst/>
          </a:prstGeom>
          <a:solidFill>
            <a:srgbClr val="70AD47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743200"/>
            <a:ext cx="5669280" cy="0"/>
          </a:xfrm>
          <a:prstGeom prst="line">
            <a:avLst/>
          </a:prstGeom>
          <a:noFill/>
          <a:ln w="25400">
            <a:solidFill>
              <a:srgbClr val="7F7F7F"/>
            </a:solidFill>
            <a:prstDash val="dash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280160"/>
            <a:ext cx="2194560" cy="137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3108960"/>
            <a:ext cx="7863840" cy="10972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20040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6000"/>
                </a:solidFill>
              </a:rPr>
              <a:t>Note: light fills become dark, pictures keep their colors.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1B2F"/>
                </a:solidFill>
              </a:rPr>
              <a:t>Picture background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Hidden slide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04040"/>
                </a:solidFill>
              </a:rPr>
              <a:t>Skipped in slide shows; shown dimmed here.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Nightdocs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Review</dc:title>
  <dc:subject>PptxGenJS Presentation</dc:subject>
  <dc:creator>PptxGenJS</dc:creator>
  <cp:lastModifiedBy>PptxGenJS</cp:lastModifiedBy>
  <cp:revision>1</cp:revision>
  <dcterms:created xsi:type="dcterms:W3CDTF">2024-01-01T00:00:00Z</dcterms:created>
  <dcterms:modified xsi:type="dcterms:W3CDTF">2024-01-01T00:00:00Z</dcterms:modified>
</cp:coreProperties>
</file>