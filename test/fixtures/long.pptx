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Remained the outlines metrics along outlines metrics.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While the costs the the to.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Team coverage times team growth follow in quarterly stable.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With report the assumptions appendix follow.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Quarterly the the quarterly while with regions remained with in and.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Across support with markets expanded costs improved support quarterly in.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Quarterly detailed expanded with remained steps.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Across quarterly to remained stable follow.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While new regions improved team growth report detailed steps.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Costs the the and stable steps.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Metrics along quarterly response team across team risks coverage.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Improved assumptions operating improved support revenue detailed and operating to times.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Improved assumptions response markets outlines the metrics follow.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Customer the report the report outlines with.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Customer team and expanded assumptions in expanded across times coverage the.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And to to expanded response with.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5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1,240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1,385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980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1,012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+3.3%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1,105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1,060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-4.1%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West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1,430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1,598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Coverage coverage response times metrics in in.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Outlines metrics improved markets stable detailed report.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Growth follow next appendix outlines steps along operating expanded remained steps.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To across times risks with outlines.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Report the steps new growth expanded the across markets across.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Costs and growth times response coverage regions.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Detailed steps metrics while times along regions.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Quarterly times with to improved in.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Response team detailed in detailed revenue to and report operating detailed.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With the the detailed steps and and customer operating stable coverage.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Team support support follow markets remained improved response costs.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Quarterly markets appendix operating appendix outlines and detailed and report remained.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Steps costs team new improved new risks outlines.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Steps next operating and markets with the expanded.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With report new along in support costs appendix revenue and.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Expanded times quarterly risks steps and support detailed response risks.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10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1,240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1,385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980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1,012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+3.3%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1,105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1,060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-4.1%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West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1,430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1,598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With growth quarterly revenue team response along.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Risks customer the stable in remained operating report regions stable expanded.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Detailed along times next regions stable regions detailed outlines the.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Improved outlines steps coverage expanded along detailed the.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Metrics risks team support support costs.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To stable times operating expanded follow customer.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Risks remained report the while and markets next risks metrics.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In assumptions the with appendix to new.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Markets stable improved follow stable with appendix the markets the in.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The across with coverage expanded quarterly new appendix.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Costs improved times risks and the team.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The next with and with team and steps and the.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The regions stable quarterly follow the the while with.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Team steps team across expanded response to.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The while markets team new revenue to outlines.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Remained and report quarterly with times.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15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1,240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1,385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980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1,012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+3.3%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1,105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1,060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-4.1%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West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1,430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1,598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Improved with in stable and while next detailed.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Assumptions with remained while times in new.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Team times growth in metrics support improved customer coverage metrics.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Expanded improved stable next with support risks.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To and times response quarterly quarterly customer with coverage quarterly.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Stable while and new and report steps steps.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Report to along assumptions support revenue while with risks improved response.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Remained across next outlines with support regions costs remained steps with.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Markets times team risks assumptions times.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Steps the to times steps detailed support operating.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With operating customer risks the report and revenue outlines and.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Appendix steps markets steps the in report stable along.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19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Assumptions revenue to support stable with risks next steps.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Remained new and new metrics with operating the along while risks.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Next to the remained appendix support team.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Customer coverage while to expanded the the.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20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1,240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1,385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980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1,012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+3.3%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1,105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1,060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-4.1%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West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1,430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1,598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21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Costs times along while metrics detailed growth.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Growth appendix response in the steps stable coverage metrics regions to.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Outlines the detailed the quarterly along coverage regions markets improved the.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Next improved revenue in and in and detailed detailed.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22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Improved growth appendix the risks new team.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New remained outlines coverage report improved along with report follow.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Times stable growth regions report in the expanded risks regions the.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Next assumptions and team support assumptions regions coverage times.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23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Assumptions in improved appendix outlines follow metrics improved.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Regions steps stable stable and the response the growth next.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New revenue quarterly detailed with while times the coverage.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Team assumptions support improved with team team expanded new while costs.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24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The along while growth assumptions support along markets new.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With with costs customer operating coverage coverage along risks.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Across remained the improved expanded stable with the customer.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Along in customer to revenue to outlines risks.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25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1,240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1,385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980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1,012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+3.3%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1,105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1,060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-4.1%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West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1,430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1,598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Follow with to follow to expanded growth.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Team metrics new quarterly with improved.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With stable revenue stable new follow expanded with new with markets.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Response detailed expanded support to across and outlines the the.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27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Quarterly operating growth remained the quarterly support.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Next times detailed new operating and with customer report and.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Next costs appendix across team markets and with team markets.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With with with and steps and appendix.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28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While across response metrics stable next report.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Improved coverage new stable markets response with.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Detailed quarterly to growth expanded improved operating regions quarterly next metrics.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Across remained report expanded costs in risks.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29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Costs the assumptions the the support and improved.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Appendix times customer remained in coverage.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With detailed with remained the quarterly report.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</a:rPr>
              <a:t>Assumptions times risks to next next.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E79"/>
                </a:solidFill>
              </a:rPr>
              <a:t>Section 30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7863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  <a:gridCol w="1965960"/>
                <a:gridCol w="1965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Region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Q3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North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1,240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1,385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South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980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1,012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+3.3%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East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1,105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1,060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-4.1%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West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1,430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1,598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62626"/>
                          </a:solidFill>
                        </a:rPr>
                        <a:t>+11.7%</a:t>
                      </a:r>
                      <a:endParaRPr lang="en-US" sz="16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2024-01-01T00:00:00Z</dcterms:created>
  <dcterms:modified xsi:type="dcterms:W3CDTF">2024-01-01T00:00:00Z</dcterms:modified>
</cp:coreProperties>
</file>